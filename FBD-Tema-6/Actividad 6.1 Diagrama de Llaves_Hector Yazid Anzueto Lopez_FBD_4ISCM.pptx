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7" r:id="rId2"/>
    <p:sldId id="258" r:id="rId3"/>
    <p:sldId id="259" r:id="rId4"/>
    <p:sldId id="260" r:id="rId5"/>
    <p:sldId id="261" r:id="rId6"/>
    <p:sldId id="262"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80" d="100"/>
          <a:sy n="80" d="100"/>
        </p:scale>
        <p:origin x="782" y="2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editar el estilo de subtítulo del patrón</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s-ES" smtClean="0"/>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6/13/2026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6/13/2026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6/13/2026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s-ES" smtClean="0"/>
              <a:t>Haga clic para modificar el estilo de título del patrón</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6/13/2026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6/13/2026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ES" smtClean="0"/>
              <a:t>Editar el estilo de texto del patrón</a:t>
            </a:r>
          </a:p>
        </p:txBody>
      </p:sp>
      <p:sp>
        <p:nvSpPr>
          <p:cNvPr id="5" name="Date Placeholder 4"/>
          <p:cNvSpPr>
            <a:spLocks noGrp="1"/>
          </p:cNvSpPr>
          <p:nvPr>
            <p:ph type="dt" sz="half" idx="10"/>
          </p:nvPr>
        </p:nvSpPr>
        <p:spPr/>
        <p:txBody>
          <a:bodyPr/>
          <a:lstStyle/>
          <a:p>
            <a:fld id="{42A54C80-263E-416B-A8E0-580EDEADCBDC}" type="datetimeFigureOut">
              <a:rPr lang="en-US" dirty="0"/>
              <a:t>6/13/2026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6/13/2026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6/13/2026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Editar el estilo de texto del patrón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6/13/2026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6/13/2026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Editar el estilo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6/13/2026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Editar el estilo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6/13/2026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6/13/2026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‹Nº›</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6/13/2026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‹Nº›</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ChangeArrowheads="1"/>
          </p:cNvSpPr>
          <p:nvPr/>
        </p:nvSpPr>
        <p:spPr bwMode="auto">
          <a:xfrm>
            <a:off x="3388420" y="2088863"/>
            <a:ext cx="4846199"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1600" b="1"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 Instituto Tecnológico de Frontera Comalapa</a:t>
            </a:r>
            <a:endParaRPr kumimoji="0" lang="es-MX" altLang="es-MX" sz="800" b="0" i="0" u="none" strike="noStrike" cap="none" normalizeH="0" baseline="0" dirty="0" smtClean="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1600" b="1"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Modalidad Mixta</a:t>
            </a:r>
            <a:endParaRPr kumimoji="0" lang="es-MX" altLang="es-MX" sz="800" b="0" i="0" u="none" strike="noStrike" cap="none" normalizeH="0" baseline="0" dirty="0" smtClean="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1600" b="1"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Materia:</a:t>
            </a:r>
            <a:endParaRPr kumimoji="0" lang="es-MX" altLang="es-MX" sz="800" b="0" i="0" u="none" strike="noStrike" cap="none" normalizeH="0" baseline="0" dirty="0" smtClean="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lang="es-MX" altLang="es-MX" sz="1600" dirty="0" smtClean="0">
                <a:latin typeface="Arial" panose="020B0604020202020204" pitchFamily="34" charset="0"/>
                <a:cs typeface="Arial" panose="020B0604020202020204" pitchFamily="34" charset="0"/>
              </a:rPr>
              <a:t>Fundamentos de base de datos</a:t>
            </a:r>
            <a:endParaRPr kumimoji="0" lang="es-MX" altLang="es-MX" sz="800" b="0" i="0" u="none" strike="noStrike" cap="none" normalizeH="0" baseline="0" dirty="0" smtClean="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1600" b="1"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Semestre:</a:t>
            </a:r>
            <a:endParaRPr kumimoji="0" lang="es-MX" altLang="es-MX" sz="800" b="0" i="0" u="none" strike="noStrike" cap="none" normalizeH="0" baseline="0" dirty="0" smtClean="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16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Cuarto</a:t>
            </a:r>
            <a:endParaRPr kumimoji="0" lang="es-MX" altLang="es-MX" sz="800" b="0" i="0" u="none" strike="noStrike" cap="none" normalizeH="0" baseline="0" dirty="0" smtClean="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1600" b="1"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Carrera:</a:t>
            </a:r>
            <a:endParaRPr kumimoji="0" lang="es-MX" altLang="es-MX" sz="800" b="0" i="0" u="none" strike="noStrike" cap="none" normalizeH="0" baseline="0" dirty="0" smtClean="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16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Ingeniería en sistemas computacionales</a:t>
            </a:r>
            <a:endParaRPr kumimoji="0" lang="es-MX" altLang="es-MX" sz="800" b="0" i="0" u="none" strike="noStrike" cap="none" normalizeH="0" baseline="0" dirty="0" smtClean="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1600" b="1"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Numero de control:</a:t>
            </a:r>
            <a:endParaRPr kumimoji="0" lang="es-MX" altLang="es-MX" sz="800" b="0" i="0" u="none" strike="noStrike" cap="none" normalizeH="0" baseline="0" dirty="0" smtClean="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16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241260005</a:t>
            </a:r>
            <a:endParaRPr kumimoji="0" lang="es-MX" altLang="es-MX" sz="800" b="0" i="0" u="none" strike="noStrike" cap="none" normalizeH="0" baseline="0" dirty="0" smtClean="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1600" b="1"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Nombre del alumno:</a:t>
            </a:r>
            <a:endParaRPr kumimoji="0" lang="es-MX" altLang="es-MX" sz="800" b="0" i="0" u="none" strike="noStrike" cap="none" normalizeH="0" baseline="0" dirty="0" smtClean="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1600" b="0" i="0" u="none" strike="noStrike" cap="none" normalizeH="0" baseline="0" dirty="0" err="1"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Hector</a:t>
            </a:r>
            <a:r>
              <a:rPr kumimoji="0" lang="es-MX" altLang="es-MX" sz="16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 </a:t>
            </a:r>
            <a:r>
              <a:rPr kumimoji="0" lang="es-MX" altLang="es-MX" sz="1600" b="0" i="0" u="none" strike="noStrike" cap="none" normalizeH="0" baseline="0" dirty="0" err="1"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Yazid</a:t>
            </a:r>
            <a:r>
              <a:rPr kumimoji="0" lang="es-MX" altLang="es-MX" sz="16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 </a:t>
            </a:r>
            <a:r>
              <a:rPr kumimoji="0" lang="es-MX" altLang="es-MX" sz="1600" b="0" i="0" u="none" strike="noStrike" cap="none" normalizeH="0" baseline="0" dirty="0" err="1"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Anzueto</a:t>
            </a:r>
            <a:r>
              <a:rPr kumimoji="0" lang="es-MX" altLang="es-MX" sz="16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 </a:t>
            </a:r>
            <a:r>
              <a:rPr kumimoji="0" lang="es-MX" altLang="es-MX" sz="1600" b="0" i="0" u="none" strike="noStrike" cap="none" normalizeH="0" baseline="0" dirty="0" err="1"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Lopez</a:t>
            </a:r>
            <a:endParaRPr kumimoji="0" lang="es-MX" altLang="es-MX" sz="800" b="0" i="0" u="none" strike="noStrike" cap="none" normalizeH="0" baseline="0" dirty="0" smtClean="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1600" b="1"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Nombre del docente:</a:t>
            </a:r>
            <a:endParaRPr kumimoji="0" lang="es-MX" altLang="es-MX" sz="800" b="0" i="0" u="none" strike="noStrike" cap="none" normalizeH="0" baseline="0" dirty="0" smtClean="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16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Francisco Javier Mingo </a:t>
            </a:r>
            <a:r>
              <a:rPr kumimoji="0" lang="es-MX" altLang="es-MX" sz="1600" b="0" i="0" u="none" strike="noStrike" cap="none" normalizeH="0" baseline="0" dirty="0" err="1"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Velazquez</a:t>
            </a:r>
            <a:endParaRPr kumimoji="0" lang="es-MX" altLang="es-MX" sz="800" b="0" i="0" u="none" strike="noStrike" cap="none" normalizeH="0" baseline="0" dirty="0" smtClean="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1600" b="1"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Nombre del trabajo:</a:t>
            </a:r>
            <a:endParaRPr kumimoji="0" lang="es-MX" altLang="es-MX" sz="800" b="0" i="0" u="none" strike="noStrike" cap="none" normalizeH="0" baseline="0" dirty="0" smtClean="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16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Actividad</a:t>
            </a:r>
            <a:r>
              <a:rPr kumimoji="0" lang="es-MX" altLang="es-MX" sz="1600" b="0" i="0" u="none" strike="noStrike" cap="none" normalizeH="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 6,1 diagrama </a:t>
            </a:r>
            <a:r>
              <a:rPr kumimoji="0" lang="es-MX" altLang="es-MX" sz="1600" b="0" i="0" u="none" strike="noStrike" cap="none" normalizeH="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de llaves</a:t>
            </a:r>
            <a:endParaRPr kumimoji="0" lang="es-MX" altLang="es-MX" sz="800" b="0" i="0" u="none" strike="noStrike" cap="none" normalizeH="0" baseline="0" dirty="0" smtClean="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1600" b="1"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Fecha de entrega:</a:t>
            </a:r>
            <a:endParaRPr kumimoji="0" lang="es-MX" altLang="es-MX" sz="800" b="0" i="0" u="none" strike="noStrike" cap="none" normalizeH="0" baseline="0" dirty="0" smtClean="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16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Frontera Comalapa, Chiapas a </a:t>
            </a:r>
            <a:r>
              <a:rPr lang="es-MX" altLang="es-MX" sz="1600" dirty="0" smtClean="0">
                <a:latin typeface="Arial" panose="020B0604020202020204" pitchFamily="34" charset="0"/>
                <a:ea typeface="Times New Roman" panose="02020603050405020304" pitchFamily="18" charset="0"/>
                <a:cs typeface="Arial" panose="020B0604020202020204" pitchFamily="34" charset="0"/>
              </a:rPr>
              <a:t>12</a:t>
            </a:r>
            <a:r>
              <a:rPr lang="es-MX" altLang="es-MX" sz="1600" dirty="0" smtClean="0">
                <a:latin typeface="Arial" panose="020B0604020202020204" pitchFamily="34" charset="0"/>
                <a:ea typeface="Times New Roman" panose="02020603050405020304" pitchFamily="18" charset="0"/>
                <a:cs typeface="Arial" panose="020B0604020202020204" pitchFamily="34" charset="0"/>
              </a:rPr>
              <a:t> </a:t>
            </a:r>
            <a:r>
              <a:rPr kumimoji="0" lang="es-MX" altLang="es-MX" sz="16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de </a:t>
            </a:r>
            <a:r>
              <a:rPr lang="es-MX" altLang="es-MX" sz="1600" dirty="0" smtClean="0">
                <a:latin typeface="Arial" panose="020B0604020202020204" pitchFamily="34" charset="0"/>
                <a:ea typeface="Times New Roman" panose="02020603050405020304" pitchFamily="18" charset="0"/>
                <a:cs typeface="Arial" panose="020B0604020202020204" pitchFamily="34" charset="0"/>
              </a:rPr>
              <a:t>junio</a:t>
            </a:r>
            <a:r>
              <a:rPr kumimoji="0" lang="es-MX" altLang="es-MX" sz="16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 de 2026</a:t>
            </a:r>
            <a:endParaRPr kumimoji="0" lang="es-MX" altLang="es-MX" sz="1800" b="0" i="0" u="none" strike="noStrike" cap="none" normalizeH="0" baseline="0" dirty="0" smtClean="0">
              <a:ln>
                <a:noFill/>
              </a:ln>
              <a:solidFill>
                <a:schemeClr val="tx1"/>
              </a:solidFill>
              <a:effectLst/>
              <a:latin typeface="Arial" panose="020B0604020202020204" pitchFamily="34" charset="0"/>
            </a:endParaRPr>
          </a:p>
        </p:txBody>
      </p:sp>
      <p:pic>
        <p:nvPicPr>
          <p:cNvPr id="3" name="Imagen 24"/>
          <p:cNvPicPr>
            <a:picLocks noChangeAspect="1" noChangeArrowheads="1"/>
          </p:cNvPicPr>
          <p:nvPr/>
        </p:nvPicPr>
        <p:blipFill>
          <a:blip r:embed="rId2">
            <a:extLst>
              <a:ext uri="{28A0092B-C50C-407E-A947-70E740481C1C}">
                <a14:useLocalDpi xmlns:a14="http://schemas.microsoft.com/office/drawing/2010/main" val="0"/>
              </a:ext>
            </a:extLst>
          </a:blip>
          <a:srcRect l="28514" t="17300" r="29520" b="65802"/>
          <a:stretch>
            <a:fillRect/>
          </a:stretch>
        </p:blipFill>
        <p:spPr bwMode="auto">
          <a:xfrm>
            <a:off x="2557938" y="228600"/>
            <a:ext cx="6507163" cy="1473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4594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smtClean="0"/>
              <a:t>Introducción </a:t>
            </a:r>
            <a:endParaRPr lang="es-MX" dirty="0"/>
          </a:p>
        </p:txBody>
      </p:sp>
      <p:sp>
        <p:nvSpPr>
          <p:cNvPr id="3" name="Marcador de contenido 2"/>
          <p:cNvSpPr>
            <a:spLocks noGrp="1"/>
          </p:cNvSpPr>
          <p:nvPr>
            <p:ph idx="1"/>
          </p:nvPr>
        </p:nvSpPr>
        <p:spPr/>
        <p:txBody>
          <a:bodyPr/>
          <a:lstStyle/>
          <a:p>
            <a:pPr algn="just">
              <a:lnSpc>
                <a:spcPct val="150000"/>
              </a:lnSpc>
            </a:pPr>
            <a:r>
              <a:rPr lang="es-MX" dirty="0"/>
              <a:t>El Lenguaje de Consulta Estructurado (SQL) es el estándar universal para gestionar bases de datos relacionales. Este documento presenta un cuadro sinóptico que organiza sus conceptos fundamentales, comandos principales y estructura básica. El objetivo es brindar una visión global y rápida que facilite la comprensión de cómo se almacena, manipula y recupera la información en los sistemas digitales actuales.</a:t>
            </a:r>
          </a:p>
        </p:txBody>
      </p:sp>
    </p:spTree>
    <p:extLst>
      <p:ext uri="{BB962C8B-B14F-4D97-AF65-F5344CB8AC3E}">
        <p14:creationId xmlns:p14="http://schemas.microsoft.com/office/powerpoint/2010/main" val="3111063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smtClean="0"/>
              <a:t>Justificación </a:t>
            </a:r>
            <a:endParaRPr lang="es-MX" dirty="0"/>
          </a:p>
        </p:txBody>
      </p:sp>
      <p:sp>
        <p:nvSpPr>
          <p:cNvPr id="3" name="Marcador de contenido 2"/>
          <p:cNvSpPr>
            <a:spLocks noGrp="1"/>
          </p:cNvSpPr>
          <p:nvPr>
            <p:ph idx="1"/>
          </p:nvPr>
        </p:nvSpPr>
        <p:spPr/>
        <p:txBody>
          <a:bodyPr/>
          <a:lstStyle/>
          <a:p>
            <a:pPr algn="just">
              <a:lnSpc>
                <a:spcPct val="150000"/>
              </a:lnSpc>
            </a:pPr>
            <a:r>
              <a:rPr lang="es-MX" dirty="0"/>
              <a:t>estudio de SQL es esencial porque los datos son el activo más valioso de las organizaciones modernas. Un cuadro sinóptico es la herramienta ideal para este tema ya que permite ordenar jerárquicamente un lenguaje que es puramente estructurado. Visualizar la división entre la definición de datos (DDL) y la manipulación de datos (DML) ayuda al estudiante o profesional a asimilar la sintaxis de forma lógica, reduciendo la curva de aprendizaje y optimizando el diseño de bases de datos.</a:t>
            </a:r>
          </a:p>
          <a:p>
            <a:pPr algn="just">
              <a:lnSpc>
                <a:spcPct val="150000"/>
              </a:lnSpc>
            </a:pPr>
            <a:endParaRPr lang="es-MX" dirty="0"/>
          </a:p>
        </p:txBody>
      </p:sp>
    </p:spTree>
    <p:extLst>
      <p:ext uri="{BB962C8B-B14F-4D97-AF65-F5344CB8AC3E}">
        <p14:creationId xmlns:p14="http://schemas.microsoft.com/office/powerpoint/2010/main" val="20975591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265269" cy="6899214"/>
          </a:xfrm>
          <a:prstGeom prst="rect">
            <a:avLst/>
          </a:prstGeom>
        </p:spPr>
      </p:pic>
    </p:spTree>
    <p:extLst>
      <p:ext uri="{BB962C8B-B14F-4D97-AF65-F5344CB8AC3E}">
        <p14:creationId xmlns:p14="http://schemas.microsoft.com/office/powerpoint/2010/main" val="25844027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smtClean="0"/>
              <a:t>Conclusión </a:t>
            </a:r>
            <a:endParaRPr lang="es-MX" dirty="0"/>
          </a:p>
        </p:txBody>
      </p:sp>
      <p:sp>
        <p:nvSpPr>
          <p:cNvPr id="3" name="Marcador de contenido 2"/>
          <p:cNvSpPr>
            <a:spLocks noGrp="1"/>
          </p:cNvSpPr>
          <p:nvPr>
            <p:ph idx="1"/>
          </p:nvPr>
        </p:nvSpPr>
        <p:spPr/>
        <p:txBody>
          <a:bodyPr/>
          <a:lstStyle/>
          <a:p>
            <a:endParaRPr lang="es-MX" dirty="0"/>
          </a:p>
        </p:txBody>
      </p:sp>
      <p:sp>
        <p:nvSpPr>
          <p:cNvPr id="6" name="Rectangle 3"/>
          <p:cNvSpPr>
            <a:spLocks noChangeArrowheads="1"/>
          </p:cNvSpPr>
          <p:nvPr/>
        </p:nvSpPr>
        <p:spPr bwMode="auto">
          <a:xfrm>
            <a:off x="677334" y="2339459"/>
            <a:ext cx="8596668" cy="17952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203136" rIns="0" bIns="203136"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s-MX" altLang="es-MX" sz="1200" b="0" i="0" u="none" strike="noStrike" cap="none" normalizeH="0" baseline="0" dirty="0" smtClean="0">
                <a:ln>
                  <a:noFill/>
                </a:ln>
                <a:solidFill>
                  <a:schemeClr val="tx1"/>
                </a:solidFill>
                <a:effectLst/>
                <a:latin typeface="Google Sans"/>
              </a:rPr>
              <a:t>En conclusión, el cuadro sinóptico demuestra que SQL es un lenguaje lógico, modular y altamente organizado. A pesar de la evolución tecnológica y la llegada de nuevas alternativas, SQL permanece como el pilar fundamental para el análisis de datos y el desarrollo de software. Comprender su estructura inicial es el primer paso obligatorio para dominar el diseño de sistemas de información eficientes y seguros.</a:t>
            </a:r>
            <a:endParaRPr kumimoji="0" lang="es-MX" altLang="es-MX" sz="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4"/>
          <p:cNvSpPr>
            <a:spLocks noChangeArrowheads="1"/>
          </p:cNvSpPr>
          <p:nvPr/>
        </p:nvSpPr>
        <p:spPr bwMode="auto">
          <a:xfrm>
            <a:off x="0" y="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MX"/>
          </a:p>
        </p:txBody>
      </p:sp>
    </p:spTree>
    <p:extLst>
      <p:ext uri="{BB962C8B-B14F-4D97-AF65-F5344CB8AC3E}">
        <p14:creationId xmlns:p14="http://schemas.microsoft.com/office/powerpoint/2010/main" val="24248055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smtClean="0"/>
              <a:t>Fuentes de información </a:t>
            </a:r>
            <a:endParaRPr lang="es-MX" dirty="0"/>
          </a:p>
        </p:txBody>
      </p:sp>
      <p:sp>
        <p:nvSpPr>
          <p:cNvPr id="3" name="Marcador de contenido 2"/>
          <p:cNvSpPr>
            <a:spLocks noGrp="1"/>
          </p:cNvSpPr>
          <p:nvPr>
            <p:ph idx="1"/>
          </p:nvPr>
        </p:nvSpPr>
        <p:spPr/>
        <p:txBody>
          <a:bodyPr/>
          <a:lstStyle/>
          <a:p>
            <a:pPr marL="0" indent="0">
              <a:buNone/>
            </a:pPr>
            <a:endParaRPr lang="es-MX" dirty="0"/>
          </a:p>
          <a:p>
            <a:r>
              <a:rPr lang="es-MX" dirty="0" err="1"/>
              <a:t>Chamberlin</a:t>
            </a:r>
            <a:r>
              <a:rPr lang="es-MX" dirty="0"/>
              <a:t>, D. D., &amp; </a:t>
            </a:r>
            <a:r>
              <a:rPr lang="es-MX" dirty="0" err="1"/>
              <a:t>Boyce</a:t>
            </a:r>
            <a:r>
              <a:rPr lang="es-MX" dirty="0"/>
              <a:t>, R. F. (1976). SEQUEL: A </a:t>
            </a:r>
            <a:r>
              <a:rPr lang="es-MX" dirty="0" err="1"/>
              <a:t>structured</a:t>
            </a:r>
            <a:r>
              <a:rPr lang="es-MX" dirty="0"/>
              <a:t> English query </a:t>
            </a:r>
            <a:r>
              <a:rPr lang="es-MX" dirty="0" err="1"/>
              <a:t>language</a:t>
            </a:r>
            <a:r>
              <a:rPr lang="es-MX" dirty="0"/>
              <a:t>. </a:t>
            </a:r>
            <a:r>
              <a:rPr lang="es-MX" i="1" dirty="0" err="1"/>
              <a:t>Proceedings</a:t>
            </a:r>
            <a:r>
              <a:rPr lang="es-MX" i="1" dirty="0"/>
              <a:t> of </a:t>
            </a:r>
            <a:r>
              <a:rPr lang="es-MX" i="1" dirty="0" err="1"/>
              <a:t>the</a:t>
            </a:r>
            <a:r>
              <a:rPr lang="es-MX" i="1" dirty="0"/>
              <a:t> 1976 ACM SIGFIDET (</a:t>
            </a:r>
            <a:r>
              <a:rPr lang="es-MX" i="1" dirty="0" err="1"/>
              <a:t>now</a:t>
            </a:r>
            <a:r>
              <a:rPr lang="es-MX" i="1" dirty="0"/>
              <a:t> SIGMOD) workshop </a:t>
            </a:r>
            <a:r>
              <a:rPr lang="es-MX" i="1" dirty="0" err="1"/>
              <a:t>on</a:t>
            </a:r>
            <a:r>
              <a:rPr lang="es-MX" i="1" dirty="0"/>
              <a:t> Data </a:t>
            </a:r>
            <a:r>
              <a:rPr lang="es-MX" i="1" dirty="0" err="1"/>
              <a:t>description</a:t>
            </a:r>
            <a:r>
              <a:rPr lang="es-MX" i="1" dirty="0"/>
              <a:t>, </a:t>
            </a:r>
            <a:r>
              <a:rPr lang="es-MX" i="1" dirty="0" err="1"/>
              <a:t>access</a:t>
            </a:r>
            <a:r>
              <a:rPr lang="es-MX" i="1" dirty="0"/>
              <a:t> and control - FIDET ’76</a:t>
            </a:r>
            <a:r>
              <a:rPr lang="es-MX" dirty="0"/>
              <a:t>.</a:t>
            </a:r>
          </a:p>
          <a:p>
            <a:r>
              <a:rPr lang="es-MX" dirty="0" err="1"/>
              <a:t>Ramazan</a:t>
            </a:r>
            <a:r>
              <a:rPr lang="es-MX" dirty="0"/>
              <a:t>. (2024, abril 19). </a:t>
            </a:r>
            <a:r>
              <a:rPr lang="es-MX" i="1" dirty="0"/>
              <a:t>DDL: Lenguaje de Definición de Datos</a:t>
            </a:r>
            <a:r>
              <a:rPr lang="es-MX" dirty="0"/>
              <a:t>. </a:t>
            </a:r>
            <a:r>
              <a:rPr lang="es-MX" dirty="0" err="1"/>
              <a:t>DataSunrise</a:t>
            </a:r>
            <a:r>
              <a:rPr lang="es-MX" dirty="0"/>
              <a:t>. https://www.datasunrise.com/es/centro-de-conocimiento/ddl-lenguaje-de-definicion-de-datos/</a:t>
            </a:r>
          </a:p>
          <a:p>
            <a:r>
              <a:rPr lang="es-MX" dirty="0"/>
              <a:t>(S/f). Datacamp.com. Recuperado el 13 de junio de 2026, de https://www.datacamp.com/es/tutorial/sql-dml-commands-mastering-data-manipulation-in-sql</a:t>
            </a:r>
          </a:p>
        </p:txBody>
      </p:sp>
    </p:spTree>
    <p:extLst>
      <p:ext uri="{BB962C8B-B14F-4D97-AF65-F5344CB8AC3E}">
        <p14:creationId xmlns:p14="http://schemas.microsoft.com/office/powerpoint/2010/main" val="2097156809"/>
      </p:ext>
    </p:extLst>
  </p:cSld>
  <p:clrMapOvr>
    <a:masterClrMapping/>
  </p:clrMapOvr>
</p:sld>
</file>

<file path=ppt/theme/theme1.xml><?xml version="1.0" encoding="utf-8"?>
<a:theme xmlns:a="http://schemas.openxmlformats.org/drawingml/2006/main" name="Faceta">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27</TotalTime>
  <Words>320</Words>
  <Application>Microsoft Office PowerPoint</Application>
  <PresentationFormat>Panorámica</PresentationFormat>
  <Paragraphs>29</Paragraphs>
  <Slides>6</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6</vt:i4>
      </vt:variant>
    </vt:vector>
  </HeadingPairs>
  <TitlesOfParts>
    <vt:vector size="12" baseType="lpstr">
      <vt:lpstr>Arial</vt:lpstr>
      <vt:lpstr>Google Sans</vt:lpstr>
      <vt:lpstr>Times New Roman</vt:lpstr>
      <vt:lpstr>Trebuchet MS</vt:lpstr>
      <vt:lpstr>Wingdings 3</vt:lpstr>
      <vt:lpstr>Faceta</vt:lpstr>
      <vt:lpstr>Presentación de PowerPoint</vt:lpstr>
      <vt:lpstr>Introducción </vt:lpstr>
      <vt:lpstr>Justificación </vt:lpstr>
      <vt:lpstr>Presentación de PowerPoint</vt:lpstr>
      <vt:lpstr>Conclusión </vt:lpstr>
      <vt:lpstr>Fuentes de información </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HP AMD</dc:creator>
  <cp:lastModifiedBy>HP AMD</cp:lastModifiedBy>
  <cp:revision>2</cp:revision>
  <dcterms:created xsi:type="dcterms:W3CDTF">2026-06-13T06:40:21Z</dcterms:created>
  <dcterms:modified xsi:type="dcterms:W3CDTF">2026-06-13T07:07:32Z</dcterms:modified>
</cp:coreProperties>
</file>